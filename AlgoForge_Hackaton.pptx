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08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9798-E2C1-27A5-36CB-D5FED839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781C0-B92B-803C-2F74-7E33D8E9E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D3552-1FC1-5030-016A-F76A3B159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21362-F75A-5282-9D4F-74448AFD6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24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88B5-FEC5-E1F8-9B3F-58165981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7CF2B-A577-0119-4079-BEF83861C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E6CA3-DBE7-D424-0A6E-E48F319EB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F27F-38BB-F2FE-DF6F-D6C2F0EE9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24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ALGOFORGE HACKATHON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84233"/>
            <a:ext cx="9249509" cy="264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PROJECT TITLE: </a:t>
            </a:r>
            <a:r>
              <a:rPr lang="en-US" b="1" dirty="0"/>
              <a:t>Server Request Load Distributor</a:t>
            </a:r>
            <a:endParaRPr lang="en-IN" dirty="0"/>
          </a:p>
          <a:p>
            <a:pPr>
              <a:buSzPct val="100000"/>
            </a:pPr>
            <a:endParaRPr lang="en-US" sz="2000" b="1" dirty="0">
              <a:solidFill>
                <a:srgbClr val="0E9AA7"/>
              </a:solidFill>
            </a:endParaRPr>
          </a:p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ONE LINE IDEA: </a:t>
            </a:r>
            <a:r>
              <a:rPr lang="en-US" sz="2000" b="1" dirty="0"/>
              <a:t>A load distributor shares the workload with different servers to increase efficiency on request handling.</a:t>
            </a:r>
            <a:endParaRPr lang="en-US" sz="2000" b="1" dirty="0">
              <a:solidFill>
                <a:srgbClr val="0E9AA7"/>
              </a:solidFill>
            </a:endParaRPr>
          </a:p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 </a:t>
            </a:r>
          </a:p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TEAM MEMEBERS:  </a:t>
            </a:r>
            <a:r>
              <a:rPr lang="en-US" sz="2000" b="1" dirty="0"/>
              <a:t>Shikar Thakur, Muzzamil Baig, </a:t>
            </a:r>
            <a:r>
              <a:rPr lang="en-US" sz="2000" b="1" dirty="0" err="1"/>
              <a:t>D.Sai</a:t>
            </a:r>
            <a:r>
              <a:rPr lang="en-US" sz="2000" b="1" dirty="0"/>
              <a:t> Teja, </a:t>
            </a:r>
            <a:r>
              <a:rPr lang="en-US" sz="2000" b="1" dirty="0" err="1"/>
              <a:t>D.Rajesh</a:t>
            </a:r>
            <a:endParaRPr lang="en-US" sz="2000" b="1" dirty="0"/>
          </a:p>
        </p:txBody>
      </p:sp>
      <p:pic>
        <p:nvPicPr>
          <p:cNvPr id="10" name="Picture 9" descr="Malla Reddy Vishwavidyapeeth | Hyderabad">
            <a:extLst>
              <a:ext uri="{FF2B5EF4-FFF2-40B4-BE49-F238E27FC236}">
                <a16:creationId xmlns:a16="http://schemas.microsoft.com/office/drawing/2014/main" id="{90D47804-0C4F-5711-DF04-A44DA2C8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376" y="3665293"/>
            <a:ext cx="1478207" cy="1478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71F5F-4379-42B5-5018-8FDEE012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C32675-9911-AB04-6FC5-077C64577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78" y="2447428"/>
            <a:ext cx="8372122" cy="269607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1891F36-342F-0FCD-359F-09BCD297E86E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C973BF-6932-80C6-1E60-C387E64F9872}"/>
              </a:ext>
            </a:extLst>
          </p:cNvPr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Statement: Server Request &amp; Load Management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878A29-BF2B-4D0B-CE78-EC21A967C745}"/>
              </a:ext>
            </a:extLst>
          </p:cNvPr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85B35E-4749-01F0-DAB1-35DE7EBA8720}"/>
              </a:ext>
            </a:extLst>
          </p:cNvPr>
          <p:cNvSpPr txBox="1"/>
          <p:nvPr/>
        </p:nvSpPr>
        <p:spPr>
          <a:xfrm>
            <a:off x="246183" y="978408"/>
            <a:ext cx="7934179" cy="262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Many requests, few servers. </a:t>
            </a:r>
            <a:r>
              <a:rPr lang="en-US" sz="1400" dirty="0">
                <a:solidFill>
                  <a:srgbClr val="222B3A"/>
                </a:solidFill>
              </a:rPr>
              <a:t>Modern applications receive thousands of requests at the same moment from users all over the world.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Uneven distribution. </a:t>
            </a:r>
            <a:r>
              <a:rPr lang="en-US" sz="1400" dirty="0">
                <a:solidFill>
                  <a:srgbClr val="222B3A"/>
                </a:solidFill>
              </a:rPr>
              <a:t>Without a routing strategy, a few servers get flooded while others sit idle.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Real consequences. </a:t>
            </a:r>
            <a:r>
              <a:rPr lang="en-US" sz="1400" dirty="0">
                <a:solidFill>
                  <a:srgbClr val="222B3A"/>
                </a:solidFill>
              </a:rPr>
              <a:t>Overloaded servers build long queues, respond slowly and can crash; idle servers waste money.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Blind routing fails. </a:t>
            </a:r>
            <a:r>
              <a:rPr lang="en-US" sz="1400" dirty="0">
                <a:solidFill>
                  <a:srgbClr val="222B3A"/>
                </a:solidFill>
              </a:rPr>
              <a:t>Random or round-robin choice ignores queue length, capacity and cost.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Our problem: </a:t>
            </a:r>
            <a:r>
              <a:rPr lang="en-US" sz="1400" dirty="0">
                <a:solidFill>
                  <a:srgbClr val="222B3A"/>
                </a:solidFill>
              </a:rPr>
              <a:t>decide, for every incoming request, which server should handle it so that load stays balanced and response time and cost stay low.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284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Our Solution: Smart Request Routing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B3A"/>
                </a:solidFill>
              </a:rPr>
              <a:t>Whenever a request arrives, our system evaluates every server and places the request on the one that is best for it. If no server can take it safely, the system creates a new server automatically.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60604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</a:rPr>
              <a:t>LOAD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50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How busy is the server?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</a:rPr>
              <a:t>Queue length and used capacity. A server with a short queue and spare capacity scores better.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4408" y="19202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920240"/>
            <a:ext cx="2606040" cy="731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47288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</a:rPr>
              <a:t>COST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450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How expensive is it?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</a:rPr>
              <a:t>Estimated cost of processing the request on that server. Cheaper servers are preferred.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19202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920240"/>
            <a:ext cx="2606040" cy="7315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54496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</a:rPr>
              <a:t>RUNTIME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450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How fast will it finish?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</a:rPr>
              <a:t>Estimated response time for this request on that server. Faster servers are preferred.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Estimated Time = Setup Time + (Current Backlog + Incoming Workload) / Processing speed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 server with the lowest score wins (greedy choice). All servers full? A new server is created.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 Solution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4297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1. Request arrives. </a:t>
            </a:r>
            <a:r>
              <a:rPr lang="en-US" sz="1600" dirty="0">
                <a:solidFill>
                  <a:srgbClr val="222B3A"/>
                </a:solidFill>
              </a:rPr>
              <a:t>Each request has an ID, size and priority.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2. Priority queue. </a:t>
            </a:r>
            <a:r>
              <a:rPr lang="en-US" sz="1600" dirty="0">
                <a:solidFill>
                  <a:srgbClr val="222B3A"/>
                </a:solidFill>
              </a:rPr>
              <a:t>Requests wait in a priority queue; the most urgent is always taken first.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3. Score servers. </a:t>
            </a:r>
            <a:r>
              <a:rPr lang="en-US" sz="1600" dirty="0">
                <a:solidFill>
                  <a:srgbClr val="222B3A"/>
                </a:solidFill>
              </a:rPr>
              <a:t>For every server we compute load, cost and runtime, then combine them into one score.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4. Capacity check. </a:t>
            </a:r>
            <a:r>
              <a:rPr lang="en-US" sz="1600" dirty="0">
                <a:solidFill>
                  <a:srgbClr val="222B3A"/>
                </a:solidFill>
              </a:rPr>
              <a:t>If some server still has spare capacity, we continue; otherwise a new server is created.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5. Greedy assignment. </a:t>
            </a:r>
            <a:r>
              <a:rPr lang="en-US" sz="1600" dirty="0">
                <a:solidFill>
                  <a:srgbClr val="222B3A"/>
                </a:solidFill>
              </a:rPr>
              <a:t>The request goes to the server with the lowest score.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6. Update and log. </a:t>
            </a:r>
            <a:r>
              <a:rPr lang="en-US" sz="1600" dirty="0">
                <a:solidFill>
                  <a:srgbClr val="222B3A"/>
                </a:solidFill>
              </a:rPr>
              <a:t>Queue lengths and loads are updated, and the decision is recorded so the user can see why it was chosen.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06440" y="10058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0644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Incoming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137160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1645920"/>
            <a:ext cx="2743200" cy="960120"/>
          </a:xfrm>
          <a:prstGeom prst="diamond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32120" y="162481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 Server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(Load Balancer)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03720" y="260604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2880360"/>
            <a:ext cx="2377440" cy="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88036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2225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288036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3154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AEB8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6636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154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E9AA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3154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AEB8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4380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 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Best score selected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3657600"/>
            <a:ext cx="0" cy="502920"/>
          </a:xfrm>
          <a:prstGeom prst="line">
            <a:avLst/>
          </a:prstGeom>
          <a:noFill/>
          <a:ln w="22225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995160" y="38404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6"/>
                </a:solidFill>
              </a:rPr>
              <a:t>result sent back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41605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F2A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0644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/ Output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188720"/>
            <a:ext cx="2606040" cy="4572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1188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Algorithms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Greedy strategy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Priority queue (heapq)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2606040" cy="4572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HTML &amp; CSS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64408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2971800"/>
            <a:ext cx="260604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47288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Visualization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Charts for server 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Flowchart of decisions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71616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1188720"/>
            <a:ext cx="2606040" cy="4572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54496" y="1188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VS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Git &amp; 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E1AE6-548F-5059-F0B1-4F4A53AD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9AC48E-C382-7324-735E-A68D3BD804C6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1BD0D9-F47F-9782-5795-5096372B6207}"/>
              </a:ext>
            </a:extLst>
          </p:cNvPr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 &amp; Impact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5F5E8D-823E-171C-6B5F-F34A54E4F18D}"/>
              </a:ext>
            </a:extLst>
          </p:cNvPr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4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2A006C1-EB3C-6DFB-7168-D4477E82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8680"/>
            <a:ext cx="9144000" cy="372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5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743200"/>
            <a:ext cx="109728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1463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FE0E8"/>
                </a:solidFill>
              </a:rPr>
              <a:t>Server Request Load Distributor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516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DASARAJU RAJESH</cp:lastModifiedBy>
  <cp:revision>3</cp:revision>
  <dcterms:created xsi:type="dcterms:W3CDTF">2026-10-03T06:35:32Z</dcterms:created>
  <dcterms:modified xsi:type="dcterms:W3CDTF">2026-10-03T08:34:29Z</dcterms:modified>
</cp:coreProperties>
</file>